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355080" y="0"/>
            <a:ext cx="7315" cy="685800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364224" y="0"/>
            <a:ext cx="5827471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68680" y="2084831"/>
            <a:ext cx="822960" cy="2926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530352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MHE–NMPC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10128"/>
            <a:ext cx="4846320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无人机变负载自适应控制:不依赖任何外部事件信号,让控制器自己判断包裹是否已经离开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5029200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200"/>
              </a:spcAft>
            </a:pPr>
            <a:r>
              <a:rPr sz="10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ROS 2 Jazzy · PX4 SITL · Gazebo Harmonic · acados</a:t>
            </a:r>
          </a:p>
          <a:p>
            <a:pPr algn="l">
              <a:lnSpc>
                <a:spcPct val="175000"/>
              </a:lnSpc>
              <a:spcAft>
                <a:spcPts val="200"/>
              </a:spcAft>
            </a:pPr>
            <a:r>
              <a:rPr sz="10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论文投稿中(ICRA 2027 目标) · PX4 SITL 验证阶段</a:t>
            </a:r>
          </a:p>
          <a:p>
            <a:pPr algn="l">
              <a:lnSpc>
                <a:spcPct val="175000"/>
              </a:lnSpc>
              <a:spcAft>
                <a:spcPts val="200"/>
              </a:spcAft>
            </a:pPr>
            <a:r>
              <a:rPr sz="10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汇报人: ____   日期: 2026-09-16</a:t>
            </a:r>
          </a:p>
        </p:txBody>
      </p:sp>
      <p:pic>
        <p:nvPicPr>
          <p:cNvPr id="10" name="Picture 9" descr="fig_moment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74519"/>
            <a:ext cx="4983480" cy="21929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20840" y="4297680"/>
            <a:ext cx="4983480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9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论文 Fig. 3</a:t>
            </a: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— 一阶质量矩估计 ŝ_y 与真值之比(0.15 kg / 2 m/s, n=11)。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抓取时自己涨起来、8 字机动中保持、释放后归零——</a:t>
            </a:r>
            <a:r>
              <a:rPr sz="9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全程没有任何 attach/drop 通知进入估计器</a:t>
            </a: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,真值只用于离线比对。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抓放包裹的那一刻,控制器手里的模型就错了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NMPC 的预测能力建立在一个假设上:它知道自己有多重、重心在哪、转起来多沉。抓取或投放瞬间,这三样同时阶跃变化。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313944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83080" y="2487168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2633472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通道一 / 推力(外环)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悬停油门算错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279196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总质量 m 改变推力—加速度映射。m 一偏,前馈推力系统性偏;按 mg 设的推力裕度同时失真。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96840" y="2487168"/>
            <a:ext cx="313944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196840" y="2487168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79720" y="2633472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通道二 / 力矩(内环)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9720" y="2880360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质心偏移拧出常值力矩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9720" y="3246120"/>
            <a:ext cx="279196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推力不再过复合质心 →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τ = Δr × f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。因为 f≈mg 很大,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很小的偏移也会产生显著配平力矩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0600" y="2487168"/>
            <a:ext cx="313944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10600" y="2487168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93479" y="2633472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通道三 / 惯量(内环)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3479" y="2880360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姿态响应变慢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3479" y="3246120"/>
            <a:ext cx="279196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转动惯量增大,同样力矩产生更小角加速度,等效降低内环带宽。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572000"/>
            <a:ext cx="9966960" cy="1170432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783080" y="4572000"/>
            <a:ext cx="32004" cy="1170432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65960" y="4690872"/>
            <a:ext cx="9619488" cy="9509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论文的出发点(摘要第一句):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“A release command does not guarantee that a payload has physically detached.”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投放命令只是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意图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,不是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事实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。夹爪可能没松、物体可能延迟脱离、命令可能根本没送达。按命令清除负载模型的控制器,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会把一架还挂着货的飞机当空机来飞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整条链路只消费两样东西:电机转速和里程计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论文 Fig. 1。attach/drop 通知在图里被明确画成“NOT CONSUMED”——这不是省略,是本文的核心约束。</a:t>
            </a:r>
          </a:p>
        </p:txBody>
      </p:sp>
      <p:pic>
        <p:nvPicPr>
          <p:cNvPr id="9" name="Picture 8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286000"/>
            <a:ext cx="8595360" cy="29848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83080" y="5398516"/>
            <a:ext cx="4823460" cy="10241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5398516"/>
            <a:ext cx="32004" cy="10241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5544820"/>
            <a:ext cx="447598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两个求解器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791708"/>
            <a:ext cx="4475988" cy="52120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MHE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10 Hz · 16 状态 · 2.0 s 窗口 → 估 m 与一阶矩 s;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NMPC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20 Hz · 13 状态/4 输入 · N=20×0.05 s = 1.0 s 前瞻。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6580" y="5398516"/>
            <a:ext cx="4823460" cy="10241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26580" y="5398516"/>
            <a:ext cx="32004" cy="10241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09460" y="5544820"/>
            <a:ext cx="447598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一帧原子消息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9460" y="5791708"/>
            <a:ext cx="4475988" cy="52120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{m, s, ΔJ, γ, h, a}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同一时间戳发布,附健康位与解年龄。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拆成多个话题就可能拿到“新质量+旧惯量”这种物理上不存在的组合。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核心贡献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WHY THE FIRST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估“一阶质量矩”,而不是估“质心偏移”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论文 §IV-B。这是全文最关键的一个建模选择,也是最容易被追问的地方。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4800600" cy="21031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83080" y="2487168"/>
            <a:ext cx="32004" cy="210312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为什么 c_xy 不行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包裹消失时,质心偏移本身没有定义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4453128" cy="12344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物理上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s = m_P·r_xy → 0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,但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r_xy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在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m_P → 0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时是 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0/0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早期只估质量的版本里,优化器要压住一个虚假偏心,唯一办法是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把总质量压到空机以下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——释放后 55 个样本里有 </a:t>
            </a:r>
            <a:r>
              <a:rPr sz="100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14 个钉在下界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487168"/>
            <a:ext cx="4800600" cy="21031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49440" y="2487168"/>
            <a:ext cx="32004" cy="21031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为什么 s 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它让惯性参数线性地进入动力学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4453128" cy="12344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一阶矩是刚体惯性参数的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标准线性参数化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(机械臂负载辨识的经典手法)。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增广 s 直接提供转动通路,并且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c_xy = s/m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可以在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完全不知道抓取几何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的情况下算出来。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791456"/>
            <a:ext cx="9966960" cy="105156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783080" y="4791456"/>
            <a:ext cx="32004" cy="105156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65960" y="4910328"/>
            <a:ext cx="9619488" cy="832103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这是“最小结构”,不是“加更多自由度”。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论文原话:它是我们找到的、能同时表达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负载是否存在、配平力矩、滚转/俯仰惯量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三件事,又不需要外部测量抓取几何的最小结构。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惯量增量 ΔJ 不是独立估计的,而是由 m̂ 与一个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弱竖直力臂先验 r_z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代数生成——r_z 从推力—力矩通道结构上不可观测。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NMPC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每 50 毫秒重解一次未来一秒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与 PID 的本质差别:它不是对当前误差反应,而是用非线性模型预测未来 1 秒,在执行器包线内选一串最优输入,只执行第一步。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5074920" cy="2500884"/>
        </p:xfrm>
        <a:graphic>
          <a:graphicData uri="http://schemas.openxmlformats.org/drawingml/2006/table">
            <a:tbl>
              <a:tblPr firstRow="0" bandRow="0" firstCol="0"/>
              <a:tblGrid>
                <a:gridCol w="1691640"/>
                <a:gridCol w="338328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项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取值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 / 输入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13 / 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时域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N=20 × Δt=0.05 s → 1.0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求解器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acados SQP-RTI + HPIPM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推力包线 U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T ∈ [1.27, 31.35] 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力矩包线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|τx|,|τy| ≤ 0.5 · |τz| ≤ 0.2 N·m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求解耗时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1.3 ms 中位 / 2.2 ms p99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占控制周期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2.6% / 4.4%  (n=1009)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60" y="2487168"/>
            <a:ext cx="4526280" cy="1719072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223760" y="2487168"/>
            <a:ext cx="32004" cy="1719072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0" y="2633472"/>
            <a:ext cx="417880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代价函数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17880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Bryson's rule + 活的悬停基准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246120"/>
            <a:ext cx="4178808" cy="850391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容差 0.1 m / 0.3 m/s / 0.05 / 0.3 rad/s / 2 N。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ū(p) = [mg, c_y·mg, −c_x·mg, 0]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:随估计实时变化的悬停输入,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含偏心配平力矩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,不是写死的空机重量。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370832"/>
            <a:ext cx="4526280" cy="157276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223760" y="4370832"/>
            <a:ext cx="32004" cy="157276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0" y="4517136"/>
            <a:ext cx="417880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模型参数向量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764024"/>
            <a:ext cx="417880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p = [x_ref, m, ΔJ, c_xy]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129784"/>
            <a:ext cx="4178808" cy="70408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负载信息以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运行时参数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进模型,不改代码、不重新生成求解器。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每次求解前 m / s / ΔJ 各自过低通与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速率限制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把负载参数当成额外的状态一起估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在最近 2 秒窗口内,找一组状态+参数使模型预测与实测轨迹最一致——不是只看当前一帧,所以能用时间上的信息压噪声。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5577840" cy="868680"/>
          </a:xfrm>
          <a:prstGeom prst="rect">
            <a:avLst/>
          </a:prstGeom>
          <a:solidFill>
            <a:srgbClr val="EDF0F2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84248" y="2578608"/>
            <a:ext cx="5175503" cy="6858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x_MHE = [ x(13)   m   s_x   s_y ]  ∈  R^16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窗口内 ṁ = 0, ṡ = 0    N=20 × Δt=0.1 s → 2.0 s @ 10 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511296"/>
            <a:ext cx="5577840" cy="178308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3511296"/>
            <a:ext cx="32004" cy="178308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3657600"/>
            <a:ext cx="52303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权重的意图 · W_w 远大于 W_y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904487"/>
            <a:ext cx="52303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刻意信任动力学方程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270248"/>
            <a:ext cx="5230368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过程噪声权重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diag(1e4·I6, 1e5·I4, 1e3·I3)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,比测量噪声权重紧得多。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含义:除了负载参数未知,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模型结构是对的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于是优化器只能靠调 m 和 s 去解释观测到的加速度,不能把误差含糊地推给过程噪声。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487168"/>
            <a:ext cx="4023360" cy="120700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26679" y="2487168"/>
            <a:ext cx="32004" cy="120700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09559" y="2633472"/>
            <a:ext cx="367588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到达代价刻意“不自信”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880360"/>
            <a:ext cx="3675888" cy="70408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W_0 在 m 上 σ≈3.2 kg、s 上 σ=0.1 kg·m,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近乎无信息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——先验强了,估计就只是先验的回声。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858768"/>
            <a:ext cx="4023360" cy="1435608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726679" y="3858768"/>
            <a:ext cx="32004" cy="1435608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09559" y="3977640"/>
            <a:ext cx="3675888" cy="12161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实时性要如实讲: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MHE 中位 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9.2 ms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,p90 24.6 ms,p99 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59.2 ms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,峰值 72.8 ms —— 相对 100 ms 周期。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仿真中满足截止期,但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尾部裕度很窄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(是历史纯质量版 1.4 ms 的约 7 倍)。所以论文明确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不做机载算力余量的声明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核心贡献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ESTIMATE-INDEPENDENT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不能把 NMPC 自己发出的推力喂回估计器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MHE 需要“已知输入力”。最顺手的来源是 NMPC 的指令推力——但那会闭出一个估计器—控制器自洽环。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4800600" cy="221284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83080" y="2487168"/>
            <a:ext cx="32004" cy="2212848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陷阱 · 自洽盲区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指令推力是从 m̂ 算出来的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4453128" cy="1344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NMPC 的代价把 T 锚在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m̂·g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附近。一旦 m̂ 偏离真值,指令推力就不等于飞机真实受力。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更糟的是: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指令与转子之间的反演误差、饱和、电机滞后,对估计器全部不可见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。于是质量误差可以自洽地一直存在下去,而不会表现为残差。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487168"/>
            <a:ext cx="4800600" cy="221284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49440" y="2487168"/>
            <a:ext cx="32004" cy="221284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解法 · 取在这些环节的下游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从电机转速反算物理量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4453128" cy="1344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T_phys = k·Σωᵢ²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与 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τ_phys = Σ rᵢ × Fᵢ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取自真实转速,经过 PX4 与电机的真实非线性映射,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不由 m̂ 计算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工程细节:电机消息远快于 MHE 周期,窗口内平均的是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各电机推力 Fᵢ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,不是先平均 ωᵢ 再平方(平方非线性,顺序反了会引入偏差)。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901184"/>
            <a:ext cx="9966960" cy="932688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783080" y="4901184"/>
            <a:ext cx="32004" cy="932688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65960" y="5020056"/>
            <a:ext cx="9619488" cy="7132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它依赖什么,论文说得很清楚: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依赖标定好的 k。而且 k 在快速平移下会因诱导入流而失效——这一项我们没有建模。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第 15 页会给出: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k 标定偏 ±5%,整个接口就会两个方向都失效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核心贡献 3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RELEASE SEMANTICS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“我发了投放命令”不是证据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控制器清除负载模型只有一条路:确认(confirmation)——健康、新鲜的帧上,空载置信度 γ&gt;0.90 持续 1.0 s。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9966960" cy="960120"/>
          </a:xfrm>
          <a:prstGeom prst="rect">
            <a:avLst/>
          </a:prstGeom>
          <a:solidFill>
            <a:srgbClr val="EDF0F2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84248" y="2578608"/>
            <a:ext cx="9564624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γ  =  空载分数(质量) × 空载分数(一阶矩) × 空载分数(惯量)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→ 非零的一阶矩可以单独否决一次误判的“空载”,即使质量估计已经贴到下界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602736"/>
            <a:ext cx="4800600" cy="169164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3602736"/>
            <a:ext cx="32004" cy="169164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3749040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证据不足时怎么办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995928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进入 UNRESOLVED,而不是猜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361688"/>
            <a:ext cx="4453128" cy="82295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12 s 超时 → 声明 UNRESOLVED → 3 s 平滑刹停到悬停,在低动态下重新取证。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超时被当作“未知”,永远不被当成“空机”的证明。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602736"/>
            <a:ext cx="4800600" cy="169164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49440" y="3602736"/>
            <a:ext cx="32004" cy="169164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0" y="3749040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被删掉的一条快路径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995928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它造成了真实的提前释放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361688"/>
            <a:ext cx="4453128" cy="82295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“残差 + 质量域空载”(不带一阶矩证据)在 4 m/s 的 8 字里,</a:t>
            </a:r>
            <a:r>
              <a:rPr sz="100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9 次随机飞行中 3 次提前释放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原因:高机动下 m̂ 会整段贴在下界,质量域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长时间显示空载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5486400"/>
            <a:ext cx="9966960" cy="731520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783080" y="5486400"/>
            <a:ext cx="32004" cy="73152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965960" y="5605272"/>
            <a:ext cx="9619488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一条录到的 8 字暂态残差达到 −1.69 N,比最小负载真实释放的 −1.47 N 还大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—— 所以只看残差幅值,根本分不开“机动”和“真掉了”。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严谨性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I ·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每个阈值是怎么来的,必须能说清楚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论文 Table I 专门用一整张表交代阈值出处,并声明:全部在最终批次开始前就写死在代码里,没有在这批数据上重新调过。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9966959" cy="2706624"/>
        </p:xfrm>
        <a:graphic>
          <a:graphicData uri="http://schemas.openxmlformats.org/drawingml/2006/table">
            <a:tbl>
              <a:tblPr firstRow="0" bandRow="0" firstCol="0"/>
              <a:tblGrid>
                <a:gridCol w="2057400"/>
                <a:gridCol w="1874519"/>
                <a:gridCol w="60350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阈值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取值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出处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一阶矩塌陷比 ρ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0.30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59 次早期飞行上做留一交叉验证,每一折都选中 0.30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残差下限 / 持续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0.9 N; 2 或 4 帧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低于最小负载 1.47 N 的重量;录到的 8 字越界 ≤3 帧,释放阶跃 4 帧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慢路径持续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 帧 (0.5 s)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工程取值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质量域释放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m_P&lt;0.030 kg, 20 帧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介于早期 0.15 kg 飞行的带载最小值 0.079 与释放后最大值 0.007 之间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空载置信度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0.90 持续 1.0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工程取值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UNRESOLVED 超时/刹停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 s / 3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工程取值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783080" y="5184648"/>
            <a:ext cx="9966960" cy="96012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5184648"/>
            <a:ext cx="32004" cy="9601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5303520"/>
            <a:ext cx="9619488" cy="7406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只有 ρ 和残差下限是对着数据选的,而且用的是与最终批次不相交的早期飞行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;其余是工程取值,论文如实写明“其闭环敏感性我们没有扫过”。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这一页的意义不在阈值本身,而在于: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阈值的来源本身就是要被审的对象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EXPERIMENT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一个任务,四种“包裹没了”的方式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只验证“正常投放能不能识别”说明不了什么。真正的考验是命令与物理脱节的情形——这也是“不依赖事件信号”唯一能被检验的地方。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情形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83080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正常投放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46704"/>
            <a:ext cx="2299716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接近 → 吸附 → 抬升 → 8 字机动 → 按相位触发投放。基准任务。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828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情形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828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38828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延迟脱离 4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828" y="3346704"/>
            <a:ext cx="2299716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命令发出后 DetachableJoint 仍保持中位 4.01 s。按命令清模型者必然判早。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情形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94576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94576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无指令丢失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3346704"/>
            <a:ext cx="2299716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包裹掉了,但</a:t>
            </a:r>
            <a:r>
              <a:rPr sz="9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没有任何命令到达控制器</a:t>
            </a: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。命令武装型确认器在构造上不可能发现。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0324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情形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0324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50324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部分丢失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0324" y="3346704"/>
            <a:ext cx="2299716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4 个 0.05 kg 箱子先后掉 3 个(45/80/115 s),无信号无命令。考验多级阶跃跟随。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882896"/>
            <a:ext cx="9966960" cy="1170432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783080" y="4882896"/>
            <a:ext cx="32004" cy="1170432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65960" y="5001768"/>
            <a:ext cx="9619488" cy="9509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预注册与全量报告: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配对设计在比较之前就定好,不是事后挑一条臂;论文报告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每一次尝试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(84 次)、每次飞行走的确认路径、以及执行器极限处观察到的失败。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安全指标单独大样本统计: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209 架次带载飞行(3.7 小时)中,命令或注入丢失之前的误释放 = 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(单侧 95% 上界 1.4%/架次)。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III + 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主结果:32 / 36,以及它到底证明了什么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所有负载物理吸附成功、且飞机活到投放命令的飞行,全部计入。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5806440" cy="1609344"/>
        </p:xfrm>
        <a:graphic>
          <a:graphicData uri="http://schemas.openxmlformats.org/drawingml/2006/table">
            <a:tbl>
              <a:tblPr firstRow="0" bandRow="0" firstCol="0"/>
              <a:tblGrid>
                <a:gridCol w="1691640"/>
                <a:gridCol w="566928"/>
                <a:gridCol w="914400"/>
                <a:gridCol w="1335024"/>
                <a:gridCol w="129844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工况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完成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机动中确认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刹停后确认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0.15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10/11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2.90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16.60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10/13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8.95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16.40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0.15 kg, 2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12/12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3.31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16.48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36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32/36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3.46 s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16.56 s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83080" y="4242816"/>
            <a:ext cx="580644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95% Clopper–Pearson 区间 [73.9%, 96.9%]。</a:t>
            </a:r>
            <a:r>
              <a:rPr sz="95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4 次失败全部在 4 m/s,且全部追溯到估计器失败</a:t>
            </a:r>
            <a:r>
              <a:rPr sz="9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(3 次从未识别出负载、1 次释放后发散)。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55279" y="2487168"/>
          <a:ext cx="3794760" cy="1609344"/>
        </p:xfrm>
        <a:graphic>
          <a:graphicData uri="http://schemas.openxmlformats.org/drawingml/2006/table">
            <a:tbl>
              <a:tblPr firstRow="0" bandRow="0" firstCol="0"/>
              <a:tblGrid>
                <a:gridCol w="1298448"/>
                <a:gridCol w="438912"/>
                <a:gridCol w="685800"/>
                <a:gridCol w="658368"/>
                <a:gridCol w="71323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工况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矩门控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质量域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仅置信度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0.15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0.15 kg, 2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32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19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955279" y="4242816"/>
            <a:ext cx="3794760" cy="9601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55279" y="4242816"/>
            <a:ext cx="32004" cy="96012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59" y="4361688"/>
            <a:ext cx="3447288" cy="7406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这一格是自我限定,不是成绩: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32/36 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整个接口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的条件闭环结果,不是任何单个释放检测器的验证 —— 因为确认走了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三条不同的路径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5340096"/>
            <a:ext cx="9966960" cy="86868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783080" y="5340096"/>
            <a:ext cx="32004" cy="86868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65960" y="5458968"/>
            <a:ext cx="9619488" cy="64922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确认延迟是双峰的,论文拒绝把两列合并成一个平均数: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17/32 在 8 字机动中就完成确认(中位 3.46 s);其余 15 次机动中拿不到证据,走满 12 s 超时 → 刹停 → 中位 16.56 s。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II · PAIRED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与“按命令清模型”的基线正面对照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A 臂 = 按命令立即清除负载模型(传统做法);B 臂 = 本文接口;C 臂 = B 臂但释放证据只由命令武装。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9966960" cy="1389888"/>
        </p:xfrm>
        <a:graphic>
          <a:graphicData uri="http://schemas.openxmlformats.org/drawingml/2006/table">
            <a:tbl>
              <a:tblPr firstRow="0" bandRow="0" firstCol="0"/>
              <a:tblGrid>
                <a:gridCol w="2331720"/>
                <a:gridCol w="960120"/>
                <a:gridCol w="1143000"/>
                <a:gridCol w="1143000"/>
                <a:gridCol w="438912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条件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配对数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A 完成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B 完成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提前清除 (A / B)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标称工况汇总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19/19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19/19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— (无失配可测)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注入 4 s 延迟脱离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5/5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5/5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B3321F"/>
                          </a:solidFill>
                          <a:latin typeface="Consolas"/>
                          <a:ea typeface="Consolas"/>
                          <a:cs typeface="Consolas"/>
                        </a:rPr>
                        <a:t>A 5/5 提前</a:t>
                      </a: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 / </a:t>
                      </a:r>
                      <a:r>
                        <a:rPr sz="95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B 0/5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同上,C 臂替代 A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6/6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6/6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0/6 / 0/6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783080" y="4059936"/>
            <a:ext cx="4800600" cy="14813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4059936"/>
            <a:ext cx="32004" cy="14813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4206240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标称工况下两臂打平 —— 这是诚实的结论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453128"/>
            <a:ext cx="4453128" cy="97840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19/19 对 19/19,无一例释放后失稳。所以论文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不拿正常工况当卖点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A 臂提前清除的中位提前量 = 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4.01 s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;B 臂在 6 次有效运行中 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一次都没有提前清除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(5/6 进入 UNRESOLVED 后确认)。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059936"/>
            <a:ext cx="4800600" cy="14813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49440" y="4059936"/>
            <a:ext cx="32004" cy="14813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4206240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唯一决定性的战场:无指令丢失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53128"/>
            <a:ext cx="4453128" cy="97840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注入“没有任何命令到达”的负载丢失: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B 臂 18 次中检出 10 次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(中位延迟 2.2–2.9 s);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C 臂检出 0 次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,且一直保留着一个幻影一阶矩。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差别是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能与不能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,不是好与更好。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5705856"/>
            <a:ext cx="9966960" cy="6858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783080" y="5705856"/>
            <a:ext cx="32004" cy="68580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965960" y="5824728"/>
            <a:ext cx="9619488" cy="4663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8 次漏检中有 7 次的原因相同: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丢失发生时,带载一阶矩参考窗口还没形成,或负载压根没被识别过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FIG. 4 · ONE 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一次完整飞行长什么样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0.15 kg / 2 m/s,机动中确认。左:实测水平路径(蓝=携带,橙=释放后,灰虚=参考);右:高度、控制器实际消费的质量估计、位置误差范数。</a:t>
            </a:r>
          </a:p>
        </p:txBody>
      </p:sp>
      <p:pic>
        <p:nvPicPr>
          <p:cNvPr id="9" name="Picture 8" descr="fig_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487168"/>
            <a:ext cx="9966960" cy="26509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83080" y="5302547"/>
            <a:ext cx="3139440" cy="14173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5302547"/>
            <a:ext cx="32004" cy="14173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5448851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抓取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95739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质量自己涨上去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6061499"/>
            <a:ext cx="2791968" cy="5486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没有任何 attach 信号。抬升段那个 0.6 m 的误差峰是抬升本身,不是负载识别造成的。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6840" y="5302547"/>
            <a:ext cx="3139440" cy="14173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96840" y="5302547"/>
            <a:ext cx="32004" cy="14173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79720" y="5448851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携带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9720" y="5695739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8 字全程模型一致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9720" y="6061499"/>
            <a:ext cx="2791968" cy="5486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载荷段跟踪 RMS 0.053 m,释放后 0.060 m —— 两者相当。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0600" y="5302547"/>
            <a:ext cx="3139440" cy="14173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610600" y="5302547"/>
            <a:ext cx="32004" cy="141732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93479" y="5448851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释放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3479" y="5695739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命令后 4.46 s 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3479" y="6061499"/>
            <a:ext cx="2791968" cy="5486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这段延迟是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自愿付的代价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:换来的是语义永远不跑在物理证据前面。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V · vs. L1-ADAPTIVE NMPC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与自适应基线比:赢在哪、不赢在哪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{truth, online, l1} × {0.2, 0.3} kg × {0.05, 0.10} m,每格 n=5,共 60 次全部稳定、零发散。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5623560" cy="1682496"/>
        </p:xfrm>
        <a:graphic>
          <a:graphicData uri="http://schemas.openxmlformats.org/drawingml/2006/table">
            <a:tbl>
              <a:tblPr firstRow="0" bandRow="0" firstCol="0"/>
              <a:tblGrid>
                <a:gridCol w="1920240"/>
                <a:gridCol w="1234440"/>
                <a:gridCol w="1234440"/>
                <a:gridCol w="12344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工况 (质量/偏心)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truth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online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l1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 kg / 0.05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0.806 / 4.28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0.768 / 3.70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0.821 / 4.26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 kg / 0.10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0.794 / 3.62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0.810 / 3.92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0.812 / 4.24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 kg / 0.05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0.834 / 3.56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0.837 / 3.72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0.883 / 4.90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 kg / 0.10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1.011 / 3.64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0.876 / 3.88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0.891 / 4.54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83080" y="4270248"/>
            <a:ext cx="56235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单元格 = 位置误差峰值 [m] / 恢复时间 [s]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487168"/>
            <a:ext cx="3977640" cy="14173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772400" y="2487168"/>
            <a:ext cx="32004" cy="141732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79" y="2633472"/>
            <a:ext cx="36301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不声称的部分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880360"/>
            <a:ext cx="36301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暂态峰值:三方不可区分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46120"/>
            <a:ext cx="3630168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格内差 0.05 m 以内。两个低偏心格 L1 更高(p=.008/.012),但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过不了多重比较校正 → 不声称暂态优势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041648"/>
            <a:ext cx="3977640" cy="14173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72400" y="4041648"/>
            <a:ext cx="32004" cy="14173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55279" y="4187952"/>
            <a:ext cx="36301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声称的部分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434840"/>
            <a:ext cx="36301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恢复慢 8%–32%(中位 16%)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00600"/>
            <a:ext cx="3630168" cy="5486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四格中三格显著。机制:L1 的补偿低通截止 ω_c 被闭环稳定性卡死(0.5 稳、1.0 就不稳)——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一堵带宽墙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5577840"/>
            <a:ext cx="9966960" cy="804672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783080" y="5577840"/>
            <a:ext cx="32004" cy="804672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965960" y="5696712"/>
            <a:ext cx="9619488" cy="5852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必须一起说的两点: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(1) 这张表用的是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早期纯质量 14 状态 MHE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不是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本文最终的一阶矩接口——所以它只支撑有界的基线对比。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(2) L1 给不出可解释的 m 和 c_xy,而且它做增益调度时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仍然需要同一类先验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LIMITATIONS (§VII)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目前还不成立的事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以下每条都是论文自己写进去的,不是别人挑出来的。汇报时主动讲,因为它们恰好定义了下一步工作。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87168"/>
            <a:ext cx="4777740" cy="2670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全部证据都是 SITL。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真机迁移要把仿真转速换成 ESC 遥测,并重新辨识推力/力矩系数、噪声底、时序与夹爪柔性。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推力系数 k 必须标定到 5% 以内。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只把估计器的推力图缩放 ±5%:0.95 时负载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4/4 从未被识别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;1.05 时释放后残留 0.09 kg 幻影负载(3/4 UNRESOLVED)。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一阶矩有系统性低估。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携带段斜率 0.85,中位低估 10.8%,31/31 次同向。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原因未查明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;检测器用比值 ρ 所以对共同尺度偏差不敏感。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2300" y="2487168"/>
            <a:ext cx="4777740" cy="2670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参考窗口形成不可靠。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32 次完成飞行中有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13 次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从未形成合格的一阶矩参考窗口,矩比检验根本没跑起来。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释放没有按估计器健康度门控。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有 1 次飞行估计在释放前已不健康 48 s,而按相位定时的投放命令照发 → 释放后模型不匹配 → 发散。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0.30 kg / 4 m/s 是压力测试,不是工作点。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悬停只用 74% 推力,但</a:t>
            </a:r>
            <a:r>
              <a:rPr sz="98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力矩先撞墙</a:t>
            </a:r>
            <a:r>
              <a:rPr sz="98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:8 字中 98% 的诊断窗口俯仰力矩饱和。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5276088"/>
            <a:ext cx="9966960" cy="841248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5276088"/>
            <a:ext cx="32004" cy="841248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5394959"/>
            <a:ext cx="9619488" cy="62179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还有两条容易被忽略的: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持续的垂直上升/下沉气流与负载变化,在只有集体推力残差时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本质上不可分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(风未在本批次评估);释放证据路径的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内置默认是关闭的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,部署必须显式开启并在启动时校验配置。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做成了什么,我自己做了什么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32/36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无事件释放确认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0 / 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带载误释放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10/18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9864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无指令丢失检出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0/60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基线矩阵发散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6648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微软雅黑"/>
                <a:ea typeface="微软雅黑"/>
                <a:cs typeface="微软雅黑"/>
              </a:rPr>
              <a:t>论文图 / 5 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724912"/>
            <a:ext cx="477774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已成立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✓  传感最小化:全链路只消费电机转速与里程计,attach/drop 通知不进入任何路径。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✓  一阶矩接口:让负载几何在“包裹消失”这一刻仍然良定义。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✓  释放语义:只在持续证据上清模型,证据缺失就 UNRESOLVED 并刹停。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2724912"/>
            <a:ext cx="477774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→  硬件迁移与 k 的台架标定(§VII 的头号前置条件)。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→  把释放指令按估计器健康度门控;提高参考窗口形成的可靠性。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→  补缺失基线:固定参数 NMPC、同信号下的 CUSUM 检测器、最终估计器 + L1。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4718304"/>
            <a:ext cx="9966960" cy="1298448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783080" y="4718304"/>
            <a:ext cx="32004" cy="129844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65960" y="4837176"/>
            <a:ext cx="9619488" cy="107899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关于 AI 辅助(建议主动说明):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本项目在代码生成、重构、测试补充与文档整理上使用了 AI 辅助;实验设计、判据取舍与结论认定由我负责。我当前的工作重点是对生成结果做系统性理解与验证。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汇报中我会区分三类内容: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已被代码与测试确认的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只在仿真中成立的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00" b="1" i="0">
                <a:solidFill>
                  <a:srgbClr val="101C24"/>
                </a:solidFill>
                <a:latin typeface="微软雅黑"/>
                <a:ea typeface="微软雅黑"/>
                <a:cs typeface="微软雅黑"/>
              </a:rPr>
              <a:t>仍需核查的</a:t>
            </a:r>
            <a:r>
              <a:rPr sz="1000" b="0" i="0">
                <a:solidFill>
                  <a:srgbClr val="5C6B77"/>
                </a:solidFill>
                <a:latin typeface="微软雅黑"/>
                <a:ea typeface="微软雅黑"/>
                <a:cs typeface="微软雅黑"/>
              </a:rPr>
              <a:t> —— 例如中文 README 至今仍写着“MHE 仅做诊断、不反馈进控制器”,而代码里估计值早已进入 NMPC 闭环,这条不一致就是我核查时发现的。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